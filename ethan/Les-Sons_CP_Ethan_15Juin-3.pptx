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3" r:id="rId3"/>
    <p:sldId id="305" r:id="rId4"/>
    <p:sldId id="257" r:id="rId5"/>
    <p:sldId id="263" r:id="rId6"/>
    <p:sldId id="264" r:id="rId7"/>
    <p:sldId id="265" r:id="rId8"/>
    <p:sldId id="266" r:id="rId9"/>
    <p:sldId id="306" r:id="rId10"/>
    <p:sldId id="307" r:id="rId11"/>
    <p:sldId id="308" r:id="rId12"/>
    <p:sldId id="309" r:id="rId13"/>
    <p:sldId id="267" r:id="rId14"/>
    <p:sldId id="268" r:id="rId15"/>
    <p:sldId id="258" r:id="rId16"/>
    <p:sldId id="314" r:id="rId17"/>
    <p:sldId id="315" r:id="rId18"/>
    <p:sldId id="316" r:id="rId19"/>
    <p:sldId id="269" r:id="rId20"/>
    <p:sldId id="270" r:id="rId21"/>
    <p:sldId id="271" r:id="rId22"/>
    <p:sldId id="272" r:id="rId23"/>
    <p:sldId id="310" r:id="rId24"/>
    <p:sldId id="311" r:id="rId25"/>
    <p:sldId id="273" r:id="rId26"/>
    <p:sldId id="274" r:id="rId27"/>
    <p:sldId id="259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60" r:id="rId39"/>
    <p:sldId id="285" r:id="rId40"/>
    <p:sldId id="286" r:id="rId41"/>
    <p:sldId id="312" r:id="rId42"/>
    <p:sldId id="313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61" r:id="rId52"/>
    <p:sldId id="295" r:id="rId53"/>
    <p:sldId id="296" r:id="rId54"/>
    <p:sldId id="297" r:id="rId55"/>
    <p:sldId id="298" r:id="rId56"/>
    <p:sldId id="299" r:id="rId57"/>
    <p:sldId id="300" r:id="rId58"/>
    <p:sldId id="262" r:id="rId59"/>
    <p:sldId id="301" r:id="rId60"/>
    <p:sldId id="302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C7FF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0"/>
    <p:restoredTop sz="94726"/>
  </p:normalViewPr>
  <p:slideViewPr>
    <p:cSldViewPr snapToGrid="0" snapToObjects="1">
      <p:cViewPr varScale="1">
        <p:scale>
          <a:sx n="116" d="100"/>
          <a:sy n="116" d="100"/>
        </p:scale>
        <p:origin x="25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1828800"/>
            <a:ext cx="6858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/>
            </a:pPr>
            <a:r>
              <a:rPr dirty="0"/>
              <a:t>A B C D E F G H I J K L M N O P Q R S T U V W X Y 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35F56-0160-8570-019E-76A955F0F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30AA42-7498-2EE9-08A6-4CF461878341}"/>
              </a:ext>
            </a:extLst>
          </p:cNvPr>
          <p:cNvSpPr txBox="1"/>
          <p:nvPr/>
        </p:nvSpPr>
        <p:spPr>
          <a:xfrm>
            <a:off x="872543" y="1300766"/>
            <a:ext cx="6858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/>
            </a:pPr>
            <a:r>
              <a:rPr lang="fr-FR" sz="8000" dirty="0"/>
              <a:t> a b c d e f g h i j k l m n o p q r s t u v w x y z</a:t>
            </a:r>
            <a:endParaRPr sz="8000" dirty="0"/>
          </a:p>
        </p:txBody>
      </p:sp>
    </p:spTree>
    <p:extLst>
      <p:ext uri="{BB962C8B-B14F-4D97-AF65-F5344CB8AC3E}">
        <p14:creationId xmlns:p14="http://schemas.microsoft.com/office/powerpoint/2010/main" val="609336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9C50A-BE35-5C41-A87D-F799B8D5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A63C28-E84A-814A-FBFC-40B62A7DAA65}"/>
              </a:ext>
            </a:extLst>
          </p:cNvPr>
          <p:cNvSpPr txBox="1"/>
          <p:nvPr/>
        </p:nvSpPr>
        <p:spPr>
          <a:xfrm>
            <a:off x="515155" y="97195"/>
            <a:ext cx="8075053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 sz="6000"/>
            </a:pPr>
            <a:r>
              <a:rPr lang="fr-FR" sz="4400" dirty="0">
                <a:solidFill>
                  <a:schemeClr val="bg1"/>
                </a:solidFill>
                <a:latin typeface="BelleAllureCM" panose="02000803000000000000" pitchFamily="2" charset="0"/>
              </a:rPr>
              <a:t>a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 sz="6000"/>
            </a:pPr>
            <a:r>
              <a:rPr lang="fr-FR" sz="4800" dirty="0">
                <a:latin typeface="BelleAllureCM" panose="02000803000000000000" pitchFamily="2" charset="0"/>
              </a:rPr>
              <a:t>a b c d e f g h i j k l m n o p q r s t u v w x y z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 sz="6000"/>
            </a:pPr>
            <a:r>
              <a:rPr lang="fr-FR" sz="4400" dirty="0">
                <a:solidFill>
                  <a:schemeClr val="bg1"/>
                </a:solidFill>
                <a:latin typeface="BelleAllureCM" panose="02000803000000000000" pitchFamily="2" charset="0"/>
              </a:rPr>
              <a:t>a</a:t>
            </a:r>
            <a:endParaRPr sz="4400" dirty="0">
              <a:solidFill>
                <a:schemeClr val="bg1"/>
              </a:solidFill>
              <a:latin typeface="BelleAllureCM" panose="020008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43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6826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/>
            </a:pPr>
            <a:r>
              <a:rPr dirty="0"/>
              <a:t>a    </a:t>
            </a:r>
            <a:r>
              <a:rPr dirty="0">
                <a:latin typeface="BelleAllureCM" panose="02000803000000000000" pitchFamily="2" charset="0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avion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C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7999" y="2880000"/>
            <a:ext cx="28459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/>
            </a:pPr>
            <a:r>
              <a:rPr dirty="0"/>
              <a:t>b    </a:t>
            </a:r>
            <a:r>
              <a:rPr dirty="0">
                <a:latin typeface="BelleAllureCM" panose="02000803000000000000" pitchFamily="2" charset="0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bébé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C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D1D9208D-D511-3FB2-69E3-1A68647DD647}"/>
              </a:ext>
            </a:extLst>
          </p:cNvPr>
          <p:cNvSpPr txBox="1"/>
          <p:nvPr/>
        </p:nvSpPr>
        <p:spPr>
          <a:xfrm>
            <a:off x="365760" y="1417320"/>
            <a:ext cx="841248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>
                <a:solidFill>
                  <a:srgbClr val="000000"/>
                </a:solidFill>
              </a:rPr>
              <a:t>a</a:t>
            </a:r>
            <a:r>
              <a:rPr lang="fr-FR" sz="3600" dirty="0">
                <a:solidFill>
                  <a:srgbClr val="DDC7FF"/>
                </a:solidFill>
              </a:rPr>
              <a:t>----</a:t>
            </a: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>
                <a:solidFill>
                  <a:srgbClr val="000000"/>
                </a:solidFill>
              </a:rPr>
              <a:t>e</a:t>
            </a:r>
            <a:r>
              <a:rPr lang="fr-FR" sz="3600" dirty="0">
                <a:solidFill>
                  <a:srgbClr val="DDC7FF"/>
                </a:solidFill>
              </a:rPr>
              <a:t>----</a:t>
            </a: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 err="1">
                <a:solidFill>
                  <a:srgbClr val="000000"/>
                </a:solidFill>
              </a:rPr>
              <a:t>i</a:t>
            </a:r>
            <a:r>
              <a:rPr lang="fr-FR" sz="3600" dirty="0">
                <a:solidFill>
                  <a:srgbClr val="DDC7FF"/>
                </a:solidFill>
              </a:rPr>
              <a:t>----</a:t>
            </a: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>
                <a:solidFill>
                  <a:srgbClr val="000000"/>
                </a:solidFill>
              </a:rPr>
              <a:t>o</a:t>
            </a:r>
            <a:r>
              <a:rPr lang="fr-FR" sz="3600" dirty="0">
                <a:solidFill>
                  <a:srgbClr val="DDC7FF"/>
                </a:solidFill>
              </a:rPr>
              <a:t>----</a:t>
            </a: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>
                <a:solidFill>
                  <a:srgbClr val="000000"/>
                </a:solidFill>
              </a:rPr>
              <a:t>u</a:t>
            </a:r>
            <a:endParaRPr lang="fr-FR" sz="3600" dirty="0">
              <a:solidFill>
                <a:srgbClr val="000000"/>
              </a:solidFill>
            </a:endParaRPr>
          </a:p>
          <a:p>
            <a:pPr algn="ctr"/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>
                <a:solidFill>
                  <a:srgbClr val="000000"/>
                </a:solidFill>
              </a:rPr>
              <a:t>an</a:t>
            </a:r>
            <a:endParaRPr lang="fr-FR" sz="3600" dirty="0">
              <a:solidFill>
                <a:srgbClr val="000000"/>
              </a:solidFill>
            </a:endParaRPr>
          </a:p>
          <a:p>
            <a:pPr algn="ctr"/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>
                <a:solidFill>
                  <a:srgbClr val="000000"/>
                </a:solidFill>
              </a:rPr>
              <a:t>on</a:t>
            </a:r>
            <a:endParaRPr lang="fr-FR" sz="3600" dirty="0">
              <a:solidFill>
                <a:srgbClr val="000000"/>
              </a:solidFill>
            </a:endParaRPr>
          </a:p>
          <a:p>
            <a:pPr algn="ctr"/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>
                <a:solidFill>
                  <a:srgbClr val="000000"/>
                </a:solidFill>
              </a:rPr>
              <a:t>in</a:t>
            </a:r>
            <a:r>
              <a:rPr lang="fr-FR" sz="3600" dirty="0">
                <a:solidFill>
                  <a:srgbClr val="DDC7FF"/>
                </a:solidFill>
              </a:rPr>
              <a:t>-</a:t>
            </a: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 err="1">
                <a:solidFill>
                  <a:srgbClr val="000000"/>
                </a:solidFill>
              </a:rPr>
              <a:t>ein</a:t>
            </a:r>
            <a:r>
              <a:rPr lang="fr-FR" sz="3600" dirty="0">
                <a:solidFill>
                  <a:srgbClr val="000000"/>
                </a:solidFill>
              </a:rPr>
              <a:t>-</a:t>
            </a: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 err="1">
                <a:solidFill>
                  <a:srgbClr val="000000"/>
                </a:solidFill>
              </a:rPr>
              <a:t>é</a:t>
            </a:r>
            <a:r>
              <a:rPr lang="fr-FR" sz="3600" dirty="0">
                <a:solidFill>
                  <a:srgbClr val="DDC7FF"/>
                </a:solidFill>
              </a:rPr>
              <a:t>-</a:t>
            </a:r>
            <a:br>
              <a:rPr lang="fr-FR" sz="3600" dirty="0">
                <a:solidFill>
                  <a:srgbClr val="DDC7FF"/>
                </a:solidFill>
              </a:rPr>
            </a:b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 err="1">
                <a:solidFill>
                  <a:srgbClr val="000000"/>
                </a:solidFill>
              </a:rPr>
              <a:t>è</a:t>
            </a:r>
            <a:r>
              <a:rPr lang="fr-FR" sz="3600" dirty="0">
                <a:solidFill>
                  <a:srgbClr val="DDC7FF"/>
                </a:solidFill>
              </a:rPr>
              <a:t>-</a:t>
            </a: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 err="1">
                <a:solidFill>
                  <a:srgbClr val="000000"/>
                </a:solidFill>
              </a:rPr>
              <a:t>ê</a:t>
            </a:r>
            <a:r>
              <a:rPr lang="fr-FR" sz="3600" dirty="0">
                <a:solidFill>
                  <a:srgbClr val="DDC7FF"/>
                </a:solidFill>
              </a:rPr>
              <a:t>-</a:t>
            </a: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>
                <a:solidFill>
                  <a:srgbClr val="000000"/>
                </a:solidFill>
              </a:rPr>
              <a:t>ai</a:t>
            </a:r>
            <a:r>
              <a:rPr lang="fr-FR" sz="3600" dirty="0">
                <a:solidFill>
                  <a:srgbClr val="DDC7FF"/>
                </a:solidFill>
              </a:rPr>
              <a:t>----</a:t>
            </a:r>
            <a:br>
              <a:rPr lang="fr-FR" sz="3600" dirty="0">
                <a:solidFill>
                  <a:srgbClr val="DDC7FF"/>
                </a:solidFill>
              </a:rPr>
            </a:b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lang="fr-FR" sz="3600" dirty="0">
                <a:solidFill>
                  <a:srgbClr val="000000"/>
                </a:solidFill>
              </a:rPr>
              <a:t>eu</a:t>
            </a:r>
            <a:endParaRPr sz="3600" dirty="0">
              <a:solidFill>
                <a:srgbClr val="000000"/>
              </a:solidFill>
            </a:endParaRPr>
          </a:p>
          <a:p>
            <a:pPr algn="ctr"/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>
                <a:solidFill>
                  <a:srgbClr val="000000"/>
                </a:solidFill>
              </a:rPr>
              <a:t>au</a:t>
            </a:r>
            <a:r>
              <a:rPr lang="fr-FR" sz="3600" dirty="0">
                <a:solidFill>
                  <a:srgbClr val="DDC7FF"/>
                </a:solidFill>
              </a:rPr>
              <a:t>-</a:t>
            </a:r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>
                <a:solidFill>
                  <a:srgbClr val="000000"/>
                </a:solidFill>
              </a:rPr>
              <a:t>eau   </a:t>
            </a:r>
            <a:endParaRPr lang="fr-FR" sz="3600" dirty="0">
              <a:solidFill>
                <a:srgbClr val="000000"/>
              </a:solidFill>
            </a:endParaRPr>
          </a:p>
          <a:p>
            <a:pPr algn="ctr"/>
            <a:r>
              <a:rPr lang="fr-FR" sz="3600" dirty="0">
                <a:solidFill>
                  <a:srgbClr val="8064A2"/>
                </a:solidFill>
              </a:rPr>
              <a:t>b</a:t>
            </a:r>
            <a:r>
              <a:rPr sz="3600" dirty="0" err="1">
                <a:solidFill>
                  <a:srgbClr val="000000"/>
                </a:solidFill>
              </a:rPr>
              <a:t>ou</a:t>
            </a:r>
            <a:r>
              <a:rPr sz="3600" dirty="0">
                <a:solidFill>
                  <a:srgbClr val="000000"/>
                </a:solidFill>
              </a:rPr>
              <a:t>   </a:t>
            </a:r>
            <a:endParaRPr lang="fr-FR" sz="3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D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6935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/>
            </a:pPr>
            <a:r>
              <a:rPr dirty="0"/>
              <a:t>c    </a:t>
            </a:r>
            <a:r>
              <a:rPr dirty="0">
                <a:latin typeface="BelleAllureCM" panose="02000803000000000000" pitchFamily="2" charset="0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01497" y="5029200"/>
            <a:ext cx="134100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ca</a:t>
            </a:r>
            <a:r>
              <a:rPr lang="fr-FR" dirty="0"/>
              <a:t>nard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D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 dirty="0">
                <a:solidFill>
                  <a:srgbClr val="636766"/>
                </a:solidFill>
              </a:rPr>
              <a:t>c</a:t>
            </a:r>
            <a:r>
              <a:rPr sz="3600" dirty="0">
                <a:solidFill>
                  <a:srgbClr val="000000"/>
                </a:solidFill>
              </a:rPr>
              <a:t>a</a:t>
            </a:r>
            <a:r>
              <a:rPr sz="3600" dirty="0">
                <a:solidFill>
                  <a:srgbClr val="B4BDBB"/>
                </a:solidFill>
              </a:rPr>
              <a:t>----</a:t>
            </a:r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e</a:t>
            </a:r>
            <a:r>
              <a:rPr sz="3600" dirty="0">
                <a:solidFill>
                  <a:srgbClr val="B4BDBB"/>
                </a:solidFill>
              </a:rPr>
              <a:t>----</a:t>
            </a:r>
            <a:r>
              <a:rPr sz="3600" dirty="0">
                <a:solidFill>
                  <a:srgbClr val="636766"/>
                </a:solidFill>
              </a:rPr>
              <a:t>c</a:t>
            </a:r>
            <a:r>
              <a:rPr sz="3600" dirty="0">
                <a:solidFill>
                  <a:srgbClr val="000000"/>
                </a:solidFill>
              </a:rPr>
              <a:t>i</a:t>
            </a:r>
            <a:r>
              <a:rPr sz="3600" dirty="0">
                <a:solidFill>
                  <a:srgbClr val="B4BDBB"/>
                </a:solidFill>
              </a:rPr>
              <a:t>----</a:t>
            </a:r>
            <a:r>
              <a:rPr sz="3600" dirty="0">
                <a:solidFill>
                  <a:srgbClr val="636766"/>
                </a:solidFill>
              </a:rPr>
              <a:t>c</a:t>
            </a:r>
            <a:r>
              <a:rPr sz="3600" dirty="0">
                <a:solidFill>
                  <a:srgbClr val="000000"/>
                </a:solidFill>
              </a:rPr>
              <a:t>o</a:t>
            </a:r>
            <a:r>
              <a:rPr sz="3600" dirty="0">
                <a:solidFill>
                  <a:srgbClr val="B4BDBB"/>
                </a:solidFill>
              </a:rPr>
              <a:t>----</a:t>
            </a:r>
            <a:r>
              <a:rPr sz="3600" dirty="0">
                <a:solidFill>
                  <a:srgbClr val="636766"/>
                </a:solidFill>
              </a:rPr>
              <a:t>c</a:t>
            </a:r>
            <a:r>
              <a:rPr sz="3600" dirty="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 dirty="0">
                <a:solidFill>
                  <a:srgbClr val="636766"/>
                </a:solidFill>
              </a:rPr>
              <a:t>c</a:t>
            </a:r>
            <a:r>
              <a:rPr sz="3600" dirty="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 dirty="0">
                <a:solidFill>
                  <a:srgbClr val="636766"/>
                </a:solidFill>
              </a:rPr>
              <a:t>c</a:t>
            </a:r>
            <a:r>
              <a:rPr sz="3600" dirty="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in</a:t>
            </a:r>
            <a:r>
              <a:rPr sz="3600" dirty="0" err="1">
                <a:solidFill>
                  <a:srgbClr val="B4BDBB"/>
                </a:solidFill>
              </a:rPr>
              <a:t>-</a:t>
            </a:r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ein</a:t>
            </a:r>
            <a:r>
              <a:rPr sz="3600" dirty="0" err="1">
                <a:solidFill>
                  <a:srgbClr val="B4BDBB"/>
                </a:solidFill>
              </a:rPr>
              <a:t>-</a:t>
            </a:r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un</a:t>
            </a:r>
            <a:endParaRPr sz="3600" dirty="0">
              <a:solidFill>
                <a:srgbClr val="000000"/>
              </a:solidFill>
            </a:endParaRPr>
          </a:p>
          <a:p>
            <a:pPr algn="ctr"/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é</a:t>
            </a:r>
            <a:r>
              <a:rPr sz="3600" dirty="0">
                <a:solidFill>
                  <a:srgbClr val="B4BDBB"/>
                </a:solidFill>
              </a:rPr>
              <a:t>----</a:t>
            </a:r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è</a:t>
            </a:r>
            <a:r>
              <a:rPr sz="3600" dirty="0" err="1">
                <a:solidFill>
                  <a:srgbClr val="B4BDBB"/>
                </a:solidFill>
              </a:rPr>
              <a:t>-</a:t>
            </a:r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ê</a:t>
            </a:r>
            <a:r>
              <a:rPr sz="3600" dirty="0" err="1">
                <a:solidFill>
                  <a:srgbClr val="B4BDBB"/>
                </a:solidFill>
              </a:rPr>
              <a:t>-</a:t>
            </a:r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ai</a:t>
            </a:r>
            <a:r>
              <a:rPr sz="3600" dirty="0">
                <a:solidFill>
                  <a:srgbClr val="B4BDBB"/>
                </a:solidFill>
              </a:rPr>
              <a:t>----</a:t>
            </a:r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eu</a:t>
            </a:r>
            <a:endParaRPr sz="3600" dirty="0">
              <a:solidFill>
                <a:srgbClr val="000000"/>
              </a:solidFill>
            </a:endParaRPr>
          </a:p>
          <a:p>
            <a:pPr algn="ctr"/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au</a:t>
            </a:r>
            <a:r>
              <a:rPr sz="3600" dirty="0" err="1">
                <a:solidFill>
                  <a:srgbClr val="B4BDBB"/>
                </a:solidFill>
              </a:rPr>
              <a:t>-</a:t>
            </a:r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eau</a:t>
            </a:r>
            <a:endParaRPr sz="3600" dirty="0">
              <a:solidFill>
                <a:srgbClr val="000000"/>
              </a:solidFill>
            </a:endParaRPr>
          </a:p>
          <a:p>
            <a:pPr algn="ctr"/>
            <a:r>
              <a:rPr sz="3600" dirty="0" err="1">
                <a:solidFill>
                  <a:srgbClr val="636766"/>
                </a:solidFill>
              </a:rPr>
              <a:t>c</a:t>
            </a:r>
            <a:r>
              <a:rPr sz="3600" dirty="0" err="1">
                <a:solidFill>
                  <a:srgbClr val="000000"/>
                </a:solidFill>
              </a:rPr>
              <a:t>ou</a:t>
            </a:r>
            <a:endParaRPr sz="3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D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6935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/>
            </a:pPr>
            <a:r>
              <a:rPr dirty="0"/>
              <a:t>ç    </a:t>
            </a:r>
            <a:r>
              <a:rPr sz="8000" dirty="0">
                <a:latin typeface="BelleAllureCM" panose="02000803000000000000" pitchFamily="2" charset="0"/>
              </a:rPr>
              <a:t>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9422" y="5029200"/>
            <a:ext cx="5651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 err="1"/>
              <a:t>ç</a:t>
            </a:r>
            <a:r>
              <a:rPr lang="fr-FR" dirty="0"/>
              <a:t>a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D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lang="fr-FR" sz="3600" dirty="0">
                <a:solidFill>
                  <a:srgbClr val="636766"/>
                </a:solidFill>
              </a:rPr>
              <a:t>ç</a:t>
            </a:r>
            <a:r>
              <a:rPr lang="fr-FR" sz="3600" dirty="0">
                <a:solidFill>
                  <a:srgbClr val="000000"/>
                </a:solidFill>
              </a:rPr>
              <a:t>a</a:t>
            </a:r>
            <a:r>
              <a:rPr lang="fr-FR" sz="3600" dirty="0">
                <a:solidFill>
                  <a:srgbClr val="B4BDBB"/>
                </a:solidFill>
              </a:rPr>
              <a:t>----</a:t>
            </a:r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e</a:t>
            </a:r>
            <a:r>
              <a:rPr lang="fr-FR" sz="3600" dirty="0">
                <a:solidFill>
                  <a:srgbClr val="B4BDBB"/>
                </a:solidFill>
              </a:rPr>
              <a:t>----</a:t>
            </a:r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i</a:t>
            </a:r>
            <a:r>
              <a:rPr lang="fr-FR" sz="3600" dirty="0">
                <a:solidFill>
                  <a:srgbClr val="B4BDBB"/>
                </a:solidFill>
              </a:rPr>
              <a:t>----</a:t>
            </a:r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o</a:t>
            </a:r>
            <a:r>
              <a:rPr lang="fr-FR" sz="3600" dirty="0">
                <a:solidFill>
                  <a:srgbClr val="B4BDBB"/>
                </a:solidFill>
              </a:rPr>
              <a:t>----</a:t>
            </a:r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u</a:t>
            </a:r>
            <a:endParaRPr lang="fr-FR" sz="3600" dirty="0">
              <a:solidFill>
                <a:srgbClr val="000000"/>
              </a:solidFill>
            </a:endParaRPr>
          </a:p>
          <a:p>
            <a:pPr algn="ctr"/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an</a:t>
            </a:r>
            <a:endParaRPr lang="fr-FR" sz="3600" dirty="0">
              <a:solidFill>
                <a:srgbClr val="000000"/>
              </a:solidFill>
            </a:endParaRPr>
          </a:p>
          <a:p>
            <a:pPr algn="ctr"/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on</a:t>
            </a:r>
            <a:endParaRPr lang="fr-FR" sz="3600" dirty="0">
              <a:solidFill>
                <a:srgbClr val="000000"/>
              </a:solidFill>
            </a:endParaRPr>
          </a:p>
          <a:p>
            <a:pPr algn="ctr"/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in</a:t>
            </a:r>
            <a:r>
              <a:rPr lang="fr-FR" sz="3600" dirty="0" err="1">
                <a:solidFill>
                  <a:srgbClr val="B4BDBB"/>
                </a:solidFill>
              </a:rPr>
              <a:t>-</a:t>
            </a:r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ein</a:t>
            </a:r>
            <a:r>
              <a:rPr lang="fr-FR" sz="3600" dirty="0" err="1">
                <a:solidFill>
                  <a:srgbClr val="B4BDBB"/>
                </a:solidFill>
              </a:rPr>
              <a:t>-</a:t>
            </a:r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un</a:t>
            </a:r>
            <a:endParaRPr lang="fr-FR" sz="3600" dirty="0">
              <a:solidFill>
                <a:srgbClr val="000000"/>
              </a:solidFill>
            </a:endParaRPr>
          </a:p>
          <a:p>
            <a:pPr algn="ctr"/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é</a:t>
            </a:r>
            <a:r>
              <a:rPr lang="fr-FR" sz="3600" dirty="0">
                <a:solidFill>
                  <a:srgbClr val="B4BDBB"/>
                </a:solidFill>
              </a:rPr>
              <a:t>----</a:t>
            </a:r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è</a:t>
            </a:r>
            <a:r>
              <a:rPr lang="fr-FR" sz="3600" dirty="0">
                <a:solidFill>
                  <a:srgbClr val="B4BDBB"/>
                </a:solidFill>
              </a:rPr>
              <a:t>-</a:t>
            </a:r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ê</a:t>
            </a:r>
            <a:r>
              <a:rPr lang="fr-FR" sz="3600" dirty="0">
                <a:solidFill>
                  <a:srgbClr val="B4BDBB"/>
                </a:solidFill>
              </a:rPr>
              <a:t>-</a:t>
            </a:r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ai</a:t>
            </a:r>
            <a:r>
              <a:rPr lang="fr-FR" sz="3600" dirty="0">
                <a:solidFill>
                  <a:srgbClr val="B4BDBB"/>
                </a:solidFill>
              </a:rPr>
              <a:t>----</a:t>
            </a:r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eu</a:t>
            </a:r>
            <a:endParaRPr lang="fr-FR" sz="3600" dirty="0">
              <a:solidFill>
                <a:srgbClr val="000000"/>
              </a:solidFill>
            </a:endParaRPr>
          </a:p>
          <a:p>
            <a:pPr algn="ctr"/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au</a:t>
            </a:r>
            <a:r>
              <a:rPr lang="fr-FR" sz="3600" dirty="0" err="1">
                <a:solidFill>
                  <a:srgbClr val="B4BDBB"/>
                </a:solidFill>
              </a:rPr>
              <a:t>-</a:t>
            </a:r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eau</a:t>
            </a:r>
            <a:endParaRPr lang="fr-FR" sz="3600" dirty="0">
              <a:solidFill>
                <a:srgbClr val="000000"/>
              </a:solidFill>
            </a:endParaRPr>
          </a:p>
          <a:p>
            <a:pPr algn="ctr"/>
            <a:r>
              <a:rPr lang="fr-FR" sz="3600" dirty="0" err="1">
                <a:solidFill>
                  <a:srgbClr val="636766"/>
                </a:solidFill>
              </a:rPr>
              <a:t>ç</a:t>
            </a:r>
            <a:r>
              <a:rPr lang="fr-FR" sz="3600" dirty="0" err="1">
                <a:solidFill>
                  <a:srgbClr val="000000"/>
                </a:solidFill>
              </a:rPr>
              <a:t>ou</a:t>
            </a:r>
            <a:endParaRPr lang="fr-FR" sz="3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D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80000"/>
            <a:ext cx="914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/>
            </a:pPr>
            <a:r>
              <a:rPr dirty="0"/>
              <a:t>ch    </a:t>
            </a:r>
            <a:r>
              <a:rPr sz="8000" dirty="0">
                <a:latin typeface="BelleAllureCM" panose="02000803000000000000" pitchFamily="2" charset="0"/>
              </a:rPr>
              <a:t>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chien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D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B4BDBB"/>
                </a:solidFill>
              </a:rPr>
              <a:t>----</a:t>
            </a: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B4BDBB"/>
                </a:solidFill>
              </a:rPr>
              <a:t>----</a:t>
            </a: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B4BDBB"/>
                </a:solidFill>
              </a:rPr>
              <a:t>----</a:t>
            </a: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B4BDBB"/>
                </a:solidFill>
              </a:rPr>
              <a:t>----</a:t>
            </a: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B4BDBB"/>
                </a:solidFill>
              </a:rPr>
              <a:t>-</a:t>
            </a: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B4BDBB"/>
                </a:solidFill>
              </a:rPr>
              <a:t>-</a:t>
            </a: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B4BDBB"/>
                </a:solidFill>
              </a:rPr>
              <a:t>----</a:t>
            </a: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B4BDBB"/>
                </a:solidFill>
              </a:rPr>
              <a:t>-</a:t>
            </a: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B4BDBB"/>
                </a:solidFill>
              </a:rPr>
              <a:t>-</a:t>
            </a: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B4BDBB"/>
                </a:solidFill>
              </a:rPr>
              <a:t>----</a:t>
            </a: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B4BDBB"/>
                </a:solidFill>
              </a:rPr>
              <a:t>-</a:t>
            </a:r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636766"/>
                </a:solidFill>
              </a:rPr>
              <a:t>ch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3569" y="2880000"/>
            <a:ext cx="29330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8000"/>
            </a:lvl1pPr>
          </a:lstStyle>
          <a:p>
            <a:r>
              <a:rPr dirty="0"/>
              <a:t>d   </a:t>
            </a:r>
            <a:r>
              <a:rPr dirty="0">
                <a:latin typeface="BelleAllureCM" panose="02000803000000000000" pitchFamily="2" charset="0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dent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C1F6E8"/>
                </a:solidFill>
              </a:rPr>
              <a:t>----</a:t>
            </a: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C1F6E8"/>
                </a:solidFill>
              </a:rPr>
              <a:t>----</a:t>
            </a: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C1F6E8"/>
                </a:solidFill>
              </a:rPr>
              <a:t>----</a:t>
            </a: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C1F6E8"/>
                </a:solidFill>
              </a:rPr>
              <a:t>----</a:t>
            </a: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C1F6E8"/>
                </a:solidFill>
              </a:rPr>
              <a:t>-</a:t>
            </a: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C1F6E8"/>
                </a:solidFill>
              </a:rPr>
              <a:t>-</a:t>
            </a: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C1F6E8"/>
                </a:solidFill>
              </a:rPr>
              <a:t>----</a:t>
            </a: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C1F6E8"/>
                </a:solidFill>
              </a:rPr>
              <a:t>-</a:t>
            </a: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C1F6E8"/>
                </a:solidFill>
              </a:rPr>
              <a:t>-</a:t>
            </a: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C1F6E8"/>
                </a:solidFill>
              </a:rPr>
              <a:t>----</a:t>
            </a: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C1F6E8"/>
                </a:solidFill>
              </a:rPr>
              <a:t>-</a:t>
            </a:r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6A877F"/>
                </a:solidFill>
              </a:rPr>
              <a:t>d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0401" y="2880000"/>
            <a:ext cx="211628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e    </a:t>
            </a:r>
            <a:r>
              <a:rPr dirty="0">
                <a:latin typeface="BelleAllureCM" panose="02000803000000000000" pitchFamily="2" charset="0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école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6FE925-0439-832A-62BB-3B39C8E0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922F3-8E6A-A4B8-34EF-20E2989E2573}"/>
              </a:ext>
            </a:extLst>
          </p:cNvPr>
          <p:cNvSpPr txBox="1"/>
          <p:nvPr/>
        </p:nvSpPr>
        <p:spPr>
          <a:xfrm>
            <a:off x="3392831" y="457200"/>
            <a:ext cx="2358338" cy="24006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0"/>
            </a:pPr>
            <a:r>
              <a:rPr kumimoji="0" sz="1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fr-FR" sz="1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endParaRPr kumimoji="0" sz="1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5E6B7-BA2C-2FA7-CC03-D9CD4A3DDA57}"/>
              </a:ext>
            </a:extLst>
          </p:cNvPr>
          <p:cNvSpPr txBox="1"/>
          <p:nvPr/>
        </p:nvSpPr>
        <p:spPr>
          <a:xfrm>
            <a:off x="627961" y="2880000"/>
            <a:ext cx="79982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/>
            </a:pPr>
            <a:r>
              <a:rPr kumimoji="0" lang="fr-FR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eu    </a:t>
            </a:r>
            <a:r>
              <a:rPr kumimoji="0" lang="fr-FR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eAllureCM" panose="02000803000000000000" pitchFamily="2" charset="0"/>
                <a:ea typeface="+mn-ea"/>
                <a:cs typeface="+mn-cs"/>
              </a:rPr>
              <a:t>eu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1497EA-E73C-A4B2-C6E5-6DB16D25497A}"/>
              </a:ext>
            </a:extLst>
          </p:cNvPr>
          <p:cNvSpPr txBox="1"/>
          <p:nvPr/>
        </p:nvSpPr>
        <p:spPr>
          <a:xfrm>
            <a:off x="3807209" y="5029200"/>
            <a:ext cx="15295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heureux</a:t>
            </a:r>
            <a:endParaRPr kumimoji="0" sz="3200" b="0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201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8CF5D-F56D-F2B4-4B20-A27E8F73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1AFCF8-AB54-5F8C-1947-97EC3E46280A}"/>
              </a:ext>
            </a:extLst>
          </p:cNvPr>
          <p:cNvSpPr txBox="1"/>
          <p:nvPr/>
        </p:nvSpPr>
        <p:spPr>
          <a:xfrm>
            <a:off x="4009987" y="457200"/>
            <a:ext cx="1124026" cy="24006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0"/>
            </a:pPr>
            <a:r>
              <a:rPr lang="fr-FR" sz="15000" dirty="0" err="1">
                <a:solidFill>
                  <a:prstClr val="black"/>
                </a:solidFill>
                <a:latin typeface="Calibri"/>
              </a:rPr>
              <a:t>É</a:t>
            </a:r>
            <a:endParaRPr kumimoji="0" sz="1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84B9F-2BC8-F37B-DC68-BEB433702390}"/>
              </a:ext>
            </a:extLst>
          </p:cNvPr>
          <p:cNvSpPr txBox="1"/>
          <p:nvPr/>
        </p:nvSpPr>
        <p:spPr>
          <a:xfrm>
            <a:off x="627961" y="2880000"/>
            <a:ext cx="79982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/>
            </a:pPr>
            <a:r>
              <a:rPr kumimoji="0" lang="fr-FR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 er    </a:t>
            </a:r>
            <a:r>
              <a:rPr kumimoji="0" lang="fr-FR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eAllureCM" panose="02000803000000000000" pitchFamily="2" charset="0"/>
                <a:ea typeface="+mn-ea"/>
                <a:cs typeface="+mn-cs"/>
              </a:rPr>
              <a:t>et 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E6CAC8-3370-89DE-04FC-269E986319A0}"/>
              </a:ext>
            </a:extLst>
          </p:cNvPr>
          <p:cNvSpPr txBox="1"/>
          <p:nvPr/>
        </p:nvSpPr>
        <p:spPr>
          <a:xfrm>
            <a:off x="1277957" y="5029200"/>
            <a:ext cx="67313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jouet                      </a:t>
            </a:r>
            <a:r>
              <a:rPr lang="fr-FR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marcher</a:t>
            </a:r>
            <a:endParaRPr kumimoji="0" sz="3200" b="0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439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3B254-815B-9925-94DC-2456608C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D1C94F-E661-0E9A-F13F-AAF3F46CA74D}"/>
              </a:ext>
            </a:extLst>
          </p:cNvPr>
          <p:cNvSpPr txBox="1"/>
          <p:nvPr/>
        </p:nvSpPr>
        <p:spPr>
          <a:xfrm>
            <a:off x="3323100" y="457200"/>
            <a:ext cx="2497800" cy="24006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0"/>
            </a:pPr>
            <a:r>
              <a:rPr kumimoji="0" lang="fr-FR" sz="15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È</a:t>
            </a:r>
            <a:r>
              <a:rPr kumimoji="0" lang="fr-FR" sz="1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fr-FR" sz="15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Ê</a:t>
            </a:r>
            <a:endParaRPr kumimoji="0" sz="1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05E28-4FD2-5B21-91A2-CB0811789CA5}"/>
              </a:ext>
            </a:extLst>
          </p:cNvPr>
          <p:cNvSpPr txBox="1"/>
          <p:nvPr/>
        </p:nvSpPr>
        <p:spPr>
          <a:xfrm>
            <a:off x="0" y="2880000"/>
            <a:ext cx="89456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8000"/>
            </a:pPr>
            <a:r>
              <a:rPr kumimoji="0" lang="fr-FR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 est ai ait </a:t>
            </a:r>
            <a:r>
              <a:rPr lang="fr-FR" sz="8000" dirty="0">
                <a:solidFill>
                  <a:prstClr val="black"/>
                </a:solidFill>
              </a:rPr>
              <a:t>ais es</a:t>
            </a:r>
          </a:p>
          <a:p>
            <a:pPr lvl="0" algn="ctr">
              <a:defRPr sz="8000"/>
            </a:pPr>
            <a:r>
              <a:rPr lang="fr-FR" sz="6000" dirty="0">
                <a:solidFill>
                  <a:prstClr val="black"/>
                </a:solidFill>
                <a:latin typeface="BelleAllureCM" panose="02000803000000000000" pitchFamily="2" charset="0"/>
              </a:rPr>
              <a:t>est ai ait ais</a:t>
            </a:r>
            <a:endParaRPr kumimoji="0" lang="fr-FR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eAllureCM" panose="02000803000000000000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109AB-C146-6529-0CB9-9E8728AF6567}"/>
              </a:ext>
            </a:extLst>
          </p:cNvPr>
          <p:cNvSpPr txBox="1"/>
          <p:nvPr/>
        </p:nvSpPr>
        <p:spPr>
          <a:xfrm>
            <a:off x="1277957" y="5029200"/>
            <a:ext cx="67313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jamais, </a:t>
            </a:r>
            <a:r>
              <a:rPr lang="fr-FR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mais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il est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j’ai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E707C52-F70C-65AB-D3FD-D5699A45E6CD}"/>
              </a:ext>
            </a:extLst>
          </p:cNvPr>
          <p:cNvSpPr txBox="1"/>
          <p:nvPr/>
        </p:nvSpPr>
        <p:spPr>
          <a:xfrm>
            <a:off x="-440675" y="52219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13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F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1275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/>
            </a:pPr>
            <a:r>
              <a:rPr dirty="0"/>
              <a:t>f    </a:t>
            </a:r>
            <a:r>
              <a:rPr dirty="0">
                <a:latin typeface="BelleAllureCM" panose="02000803000000000000" pitchFamily="2" charset="0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fleur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F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E8CFB7"/>
                </a:solidFill>
              </a:rPr>
              <a:t>----</a:t>
            </a: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E8CFB7"/>
                </a:solidFill>
              </a:rPr>
              <a:t>----</a:t>
            </a: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E8CFB7"/>
                </a:solidFill>
              </a:rPr>
              <a:t>----</a:t>
            </a: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E8CFB7"/>
                </a:solidFill>
              </a:rPr>
              <a:t>----</a:t>
            </a: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E8CFB7"/>
                </a:solidFill>
              </a:rPr>
              <a:t>-</a:t>
            </a: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E8CFB7"/>
                </a:solidFill>
              </a:rPr>
              <a:t>-</a:t>
            </a: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E8CFB7"/>
                </a:solidFill>
              </a:rPr>
              <a:t>----</a:t>
            </a: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E8CFB7"/>
                </a:solidFill>
              </a:rPr>
              <a:t>-</a:t>
            </a: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E8CFB7"/>
                </a:solidFill>
              </a:rPr>
              <a:t>-</a:t>
            </a: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E8CFB7"/>
                </a:solidFill>
              </a:rPr>
              <a:t>----</a:t>
            </a: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E8CFB7"/>
                </a:solidFill>
              </a:rPr>
              <a:t>-</a:t>
            </a:r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7F7164"/>
                </a:solidFill>
              </a:rPr>
              <a:t>f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B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519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/>
            </a:pPr>
            <a:r>
              <a:rPr dirty="0"/>
              <a:t>g   </a:t>
            </a:r>
            <a:r>
              <a:rPr dirty="0">
                <a:latin typeface="BelleAllureCM" panose="02000803000000000000" pitchFamily="2" charset="0"/>
              </a:rPr>
              <a:t>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gâteau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B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F3B9E0"/>
                </a:solidFill>
              </a:rPr>
              <a:t>-</a:t>
            </a: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F3B9E0"/>
                </a:solidFill>
              </a:rPr>
              <a:t>-</a:t>
            </a: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F3B9E0"/>
                </a:solidFill>
              </a:rPr>
              <a:t>-</a:t>
            </a: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F3B9E0"/>
                </a:solidFill>
              </a:rPr>
              <a:t>-</a:t>
            </a: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F3B9E0"/>
                </a:solidFill>
              </a:rPr>
              <a:t>-</a:t>
            </a:r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B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" y="2880000"/>
            <a:ext cx="914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/>
            </a:pPr>
            <a:r>
              <a:rPr dirty="0"/>
              <a:t>gn    </a:t>
            </a:r>
            <a:r>
              <a:rPr sz="8000" dirty="0">
                <a:latin typeface="BelleAllureCM" panose="02000803000000000000" pitchFamily="2" charset="0"/>
              </a:rPr>
              <a:t>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montagne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B9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F3B9E0"/>
                </a:solidFill>
              </a:rPr>
              <a:t>-</a:t>
            </a: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F3B9E0"/>
                </a:solidFill>
              </a:rPr>
              <a:t>-</a:t>
            </a: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F3B9E0"/>
                </a:solidFill>
              </a:rPr>
              <a:t>-</a:t>
            </a: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F3B9E0"/>
                </a:solidFill>
              </a:rPr>
              <a:t>-</a:t>
            </a: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F3B9E0"/>
                </a:solidFill>
              </a:rPr>
              <a:t>----</a:t>
            </a: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F3B9E0"/>
                </a:solidFill>
              </a:rPr>
              <a:t>-</a:t>
            </a:r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85657B"/>
                </a:solidFill>
              </a:rPr>
              <a:t>gn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CF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45772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h    </a:t>
            </a:r>
            <a:r>
              <a:rPr dirty="0">
                <a:latin typeface="BelleAllureCM" panose="02000803000000000000" pitchFamily="2" charset="0"/>
              </a:rPr>
              <a:t>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1685" y="5029200"/>
            <a:ext cx="230063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hérisson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CF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F0CFC7"/>
                </a:solidFill>
              </a:rPr>
              <a:t>----</a:t>
            </a: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F0CFC7"/>
                </a:solidFill>
              </a:rPr>
              <a:t>----</a:t>
            </a: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F0CFC7"/>
                </a:solidFill>
              </a:rPr>
              <a:t>----</a:t>
            </a: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F0CFC7"/>
                </a:solidFill>
              </a:rPr>
              <a:t>----</a:t>
            </a: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F0CFC7"/>
                </a:solidFill>
              </a:rPr>
              <a:t>-</a:t>
            </a: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F0CFC7"/>
                </a:solidFill>
              </a:rPr>
              <a:t>-</a:t>
            </a: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F0CFC7"/>
                </a:solidFill>
              </a:rPr>
              <a:t>----</a:t>
            </a: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F0CFC7"/>
                </a:solidFill>
              </a:rPr>
              <a:t>-</a:t>
            </a: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F0CFC7"/>
                </a:solidFill>
              </a:rPr>
              <a:t>-</a:t>
            </a: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F0CFC7"/>
                </a:solidFill>
              </a:rPr>
              <a:t>----</a:t>
            </a: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F0CFC7"/>
                </a:solidFill>
              </a:rPr>
              <a:t>-</a:t>
            </a:r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84716D"/>
                </a:solidFill>
              </a:rPr>
              <a:t>h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74571" y="2880000"/>
            <a:ext cx="189667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i    </a:t>
            </a:r>
            <a:r>
              <a:rPr dirty="0">
                <a:latin typeface="BelleAllureCM" panose="02000803000000000000" pitchFamily="2" charset="0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île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3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8371" y="2880000"/>
            <a:ext cx="197522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j    </a:t>
            </a:r>
            <a:r>
              <a:rPr dirty="0">
                <a:latin typeface="BelleAllureCM" panose="02000803000000000000" pitchFamily="2" charset="0"/>
              </a:rPr>
              <a:t>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jupe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3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E8F3D2"/>
                </a:solidFill>
              </a:rPr>
              <a:t>----</a:t>
            </a: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E8F3D2"/>
                </a:solidFill>
              </a:rPr>
              <a:t>----</a:t>
            </a: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E8F3D2"/>
                </a:solidFill>
              </a:rPr>
              <a:t>----</a:t>
            </a: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E8F3D2"/>
                </a:solidFill>
              </a:rPr>
              <a:t>----</a:t>
            </a: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E8F3D2"/>
                </a:solidFill>
              </a:rPr>
              <a:t>-</a:t>
            </a: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E8F3D2"/>
                </a:solidFill>
              </a:rPr>
              <a:t>-</a:t>
            </a: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E8F3D2"/>
                </a:solidFill>
              </a:rPr>
              <a:t>----</a:t>
            </a: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E8F3D2"/>
                </a:solidFill>
              </a:rPr>
              <a:t>-</a:t>
            </a: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E8F3D2"/>
                </a:solidFill>
              </a:rPr>
              <a:t>-</a:t>
            </a: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E8F3D2"/>
                </a:solidFill>
              </a:rPr>
              <a:t>----</a:t>
            </a: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E8F3D2"/>
                </a:solidFill>
              </a:rPr>
              <a:t>-</a:t>
            </a:r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7F8573"/>
                </a:solidFill>
              </a:rPr>
              <a:t>j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28620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k    </a:t>
            </a:r>
            <a:r>
              <a:rPr dirty="0">
                <a:latin typeface="BelleAllureCM" panose="02000803000000000000" pitchFamily="2" charset="0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kiwi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FBF9D7"/>
                </a:solidFill>
              </a:rPr>
              <a:t>----</a:t>
            </a: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FBF9D7"/>
                </a:solidFill>
              </a:rPr>
              <a:t>----</a:t>
            </a: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FBF9D7"/>
                </a:solidFill>
              </a:rPr>
              <a:t>----</a:t>
            </a: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FBF9D7"/>
                </a:solidFill>
              </a:rPr>
              <a:t>----</a:t>
            </a: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FBF9D7"/>
                </a:solidFill>
              </a:rPr>
              <a:t>-</a:t>
            </a: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FBF9D7"/>
                </a:solidFill>
              </a:rPr>
              <a:t>-</a:t>
            </a: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FBF9D7"/>
                </a:solidFill>
              </a:rPr>
              <a:t>----</a:t>
            </a: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FBF9D7"/>
                </a:solidFill>
              </a:rPr>
              <a:t>-</a:t>
            </a: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FBF9D7"/>
                </a:solidFill>
              </a:rPr>
              <a:t>-</a:t>
            </a: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FBF9D7"/>
                </a:solidFill>
              </a:rPr>
              <a:t>----</a:t>
            </a: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FBF9D7"/>
                </a:solidFill>
              </a:rPr>
              <a:t>-</a:t>
            </a:r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8A8876"/>
                </a:solidFill>
              </a:rPr>
              <a:t>k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E6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18115" y="2880000"/>
            <a:ext cx="187743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l    </a:t>
            </a:r>
            <a:r>
              <a:rPr dirty="0">
                <a:latin typeface="BelleAllureCM" panose="02000803000000000000" pitchFamily="2" charset="0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lune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E6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C1E6D1"/>
                </a:solidFill>
              </a:rPr>
              <a:t>----</a:t>
            </a: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C1E6D1"/>
                </a:solidFill>
              </a:rPr>
              <a:t>----</a:t>
            </a: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C1E6D1"/>
                </a:solidFill>
              </a:rPr>
              <a:t>----</a:t>
            </a: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C1E6D1"/>
                </a:solidFill>
              </a:rPr>
              <a:t>----</a:t>
            </a: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C1E6D1"/>
                </a:solidFill>
              </a:rPr>
              <a:t>-</a:t>
            </a: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C1E6D1"/>
                </a:solidFill>
              </a:rPr>
              <a:t>-</a:t>
            </a: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C1E6D1"/>
                </a:solidFill>
              </a:rPr>
              <a:t>----</a:t>
            </a: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C1E6D1"/>
                </a:solidFill>
              </a:rPr>
              <a:t>-</a:t>
            </a: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C1E6D1"/>
                </a:solidFill>
              </a:rPr>
              <a:t>-</a:t>
            </a: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C1E6D1"/>
                </a:solidFill>
              </a:rPr>
              <a:t>----</a:t>
            </a: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C1E6D1"/>
                </a:solidFill>
              </a:rPr>
              <a:t>-</a:t>
            </a:r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6A7E72"/>
                </a:solidFill>
              </a:rPr>
              <a:t>l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E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80878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m   </a:t>
            </a:r>
            <a:r>
              <a:rPr dirty="0">
                <a:latin typeface="BelleAllureCM" panose="02000803000000000000" pitchFamily="2" charset="0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maman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E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BFEAF8"/>
                </a:solidFill>
              </a:rPr>
              <a:t>----</a:t>
            </a: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BFEAF8"/>
                </a:solidFill>
              </a:rPr>
              <a:t>----</a:t>
            </a: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BFEAF8"/>
                </a:solidFill>
              </a:rPr>
              <a:t>----</a:t>
            </a: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BFEAF8"/>
                </a:solidFill>
              </a:rPr>
              <a:t>----</a:t>
            </a: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BFEAF8"/>
                </a:solidFill>
              </a:rPr>
              <a:t>-</a:t>
            </a: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BFEAF8"/>
                </a:solidFill>
              </a:rPr>
              <a:t>-</a:t>
            </a: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BFEAF8"/>
                </a:solidFill>
              </a:rPr>
              <a:t>----</a:t>
            </a: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BFEAF8"/>
                </a:solidFill>
              </a:rPr>
              <a:t>-</a:t>
            </a: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BFEAF8"/>
                </a:solidFill>
              </a:rPr>
              <a:t>-</a:t>
            </a: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BFEAF8"/>
                </a:solidFill>
              </a:rPr>
              <a:t>----</a:t>
            </a: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BFEAF8"/>
                </a:solidFill>
              </a:rPr>
              <a:t>-</a:t>
            </a:r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698088"/>
                </a:solidFill>
              </a:rPr>
              <a:t>m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27177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n   </a:t>
            </a:r>
            <a:r>
              <a:rPr dirty="0">
                <a:latin typeface="BelleAllureCM" panose="02000803000000000000" pitchFamily="2" charset="0"/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nuage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C1C3FF"/>
                </a:solidFill>
              </a:rPr>
              <a:t>----</a:t>
            </a: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C1C3FF"/>
                </a:solidFill>
              </a:rPr>
              <a:t>----</a:t>
            </a: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C1C3FF"/>
                </a:solidFill>
              </a:rPr>
              <a:t>----</a:t>
            </a: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C1C3FF"/>
                </a:solidFill>
              </a:rPr>
              <a:t>----</a:t>
            </a: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u</a:t>
            </a:r>
            <a:endParaRPr lang="fr-FR" dirty="0"/>
          </a:p>
          <a:p>
            <a:pPr algn="ctr"/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C1C3FF"/>
                </a:solidFill>
              </a:rPr>
              <a:t>-</a:t>
            </a: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C1C3FF"/>
                </a:solidFill>
              </a:rPr>
              <a:t>-</a:t>
            </a: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C1C3FF"/>
                </a:solidFill>
              </a:rPr>
              <a:t>----</a:t>
            </a: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C1C3FF"/>
                </a:solidFill>
              </a:rPr>
              <a:t>-</a:t>
            </a: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C1C3FF"/>
                </a:solidFill>
              </a:rPr>
              <a:t>-</a:t>
            </a: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C1C3FF"/>
                </a:solidFill>
              </a:rPr>
              <a:t>----</a:t>
            </a: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C1C3FF"/>
                </a:solidFill>
              </a:rPr>
              <a:t>-</a:t>
            </a:r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6A6B8C"/>
                </a:solidFill>
              </a:rPr>
              <a:t>n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27177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o    </a:t>
            </a:r>
            <a:r>
              <a:rPr dirty="0">
                <a:latin typeface="BelleAllureCM" panose="02000803000000000000" pitchFamily="2" charset="0"/>
              </a:rPr>
              <a:t>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ours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29902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p   </a:t>
            </a:r>
            <a:r>
              <a:rPr dirty="0">
                <a:latin typeface="BelleAllureCM" panose="02000803000000000000" pitchFamily="2" charset="0"/>
              </a:rPr>
              <a:t>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papa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E0C5E6"/>
                </a:solidFill>
              </a:rPr>
              <a:t>-</a:t>
            </a: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E0C5E6"/>
                </a:solidFill>
              </a:rPr>
              <a:t>-</a:t>
            </a: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E0C5E6"/>
                </a:solidFill>
              </a:rPr>
              <a:t>-</a:t>
            </a: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E0C5E6"/>
                </a:solidFill>
              </a:rPr>
              <a:t>-</a:t>
            </a: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E0C5E6"/>
                </a:solidFill>
              </a:rPr>
              <a:t>-</a:t>
            </a:r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80000"/>
            <a:ext cx="914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/>
            </a:pPr>
            <a:r>
              <a:rPr dirty="0"/>
              <a:t>ph    </a:t>
            </a:r>
            <a:r>
              <a:rPr sz="8000" dirty="0">
                <a:latin typeface="BelleAllureCM" panose="02000803000000000000" pitchFamily="2" charset="0"/>
              </a:rPr>
              <a:t>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photo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E0C5E6"/>
                </a:solidFill>
              </a:rPr>
              <a:t>-</a:t>
            </a: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E0C5E6"/>
                </a:solidFill>
              </a:rPr>
              <a:t>-</a:t>
            </a: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E0C5E6"/>
                </a:solidFill>
              </a:rPr>
              <a:t>-</a:t>
            </a: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E0C5E6"/>
                </a:solidFill>
              </a:rPr>
              <a:t>-</a:t>
            </a: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E0C5E6"/>
                </a:solidFill>
              </a:rPr>
              <a:t>----</a:t>
            </a: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E0C5E6"/>
                </a:solidFill>
              </a:rPr>
              <a:t>-</a:t>
            </a:r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7B6C7E"/>
                </a:solidFill>
              </a:rPr>
              <a:t>ph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B4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33589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q    </a:t>
            </a:r>
            <a:r>
              <a:rPr dirty="0">
                <a:latin typeface="BelleAllureCM" panose="02000803000000000000" pitchFamily="2" charset="0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quatre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B4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BCB4B7"/>
                </a:solidFill>
              </a:rPr>
              <a:t>----</a:t>
            </a: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BCB4B7"/>
                </a:solidFill>
              </a:rPr>
              <a:t>----</a:t>
            </a: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BCB4B7"/>
                </a:solidFill>
              </a:rPr>
              <a:t>----</a:t>
            </a: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BCB4B7"/>
                </a:solidFill>
              </a:rPr>
              <a:t>----</a:t>
            </a: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BCB4B7"/>
                </a:solidFill>
              </a:rPr>
              <a:t>-</a:t>
            </a: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BCB4B7"/>
                </a:solidFill>
              </a:rPr>
              <a:t>-</a:t>
            </a: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BCB4B7"/>
                </a:solidFill>
              </a:rPr>
              <a:t>----</a:t>
            </a: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BCB4B7"/>
                </a:solidFill>
              </a:rPr>
              <a:t>-</a:t>
            </a: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BCB4B7"/>
                </a:solidFill>
              </a:rPr>
              <a:t>-</a:t>
            </a: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BCB4B7"/>
                </a:solidFill>
              </a:rPr>
              <a:t>----</a:t>
            </a: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BCB4B7"/>
                </a:solidFill>
              </a:rPr>
              <a:t>-</a:t>
            </a:r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676364"/>
                </a:solidFill>
              </a:rPr>
              <a:t>q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D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16918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r    </a:t>
            </a:r>
            <a:r>
              <a:rPr dirty="0">
                <a:latin typeface="BelleAllureCM" panose="02000803000000000000" pitchFamily="2" charset="0"/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robot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D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CEDFE1"/>
                </a:solidFill>
              </a:rPr>
              <a:t>----</a:t>
            </a: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CEDFE1"/>
                </a:solidFill>
              </a:rPr>
              <a:t>----</a:t>
            </a: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CEDFE1"/>
                </a:solidFill>
              </a:rPr>
              <a:t>----</a:t>
            </a: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CEDFE1"/>
                </a:solidFill>
              </a:rPr>
              <a:t>----</a:t>
            </a: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CEDFE1"/>
                </a:solidFill>
              </a:rPr>
              <a:t>-</a:t>
            </a: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CEDFE1"/>
                </a:solidFill>
              </a:rPr>
              <a:t>-</a:t>
            </a: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CEDFE1"/>
                </a:solidFill>
              </a:rPr>
              <a:t>----</a:t>
            </a: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CEDFE1"/>
                </a:solidFill>
              </a:rPr>
              <a:t>-</a:t>
            </a: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CEDFE1"/>
                </a:solidFill>
              </a:rPr>
              <a:t>-</a:t>
            </a: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CEDFE1"/>
                </a:solidFill>
              </a:rPr>
              <a:t>----</a:t>
            </a: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CEDFE1"/>
                </a:solidFill>
              </a:rPr>
              <a:t>-</a:t>
            </a:r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717A7B"/>
                </a:solidFill>
              </a:rPr>
              <a:t>r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17880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s    </a:t>
            </a:r>
            <a:r>
              <a:rPr dirty="0">
                <a:latin typeface="BelleAllureCM" panose="02000803000000000000" pitchFamily="2" charset="0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soleil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B7B6D7"/>
                </a:solidFill>
              </a:rPr>
              <a:t>----</a:t>
            </a: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B7B6D7"/>
                </a:solidFill>
              </a:rPr>
              <a:t>----</a:t>
            </a: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B7B6D7"/>
                </a:solidFill>
              </a:rPr>
              <a:t>----</a:t>
            </a: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B7B6D7"/>
                </a:solidFill>
              </a:rPr>
              <a:t>----</a:t>
            </a: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B7B6D7"/>
                </a:solidFill>
              </a:rPr>
              <a:t>-</a:t>
            </a: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B7B6D7"/>
                </a:solidFill>
              </a:rPr>
              <a:t>-</a:t>
            </a: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B7B6D7"/>
                </a:solidFill>
              </a:rPr>
              <a:t>----</a:t>
            </a: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B7B6D7"/>
                </a:solidFill>
              </a:rPr>
              <a:t>-</a:t>
            </a: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B7B6D7"/>
                </a:solidFill>
              </a:rPr>
              <a:t>-</a:t>
            </a: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B7B6D7"/>
                </a:solidFill>
              </a:rPr>
              <a:t>----</a:t>
            </a: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B7B6D7"/>
                </a:solidFill>
              </a:rPr>
              <a:t>-</a:t>
            </a:r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646476"/>
                </a:solidFill>
              </a:rPr>
              <a:t>s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0802" y="2890885"/>
            <a:ext cx="196239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t    </a:t>
            </a:r>
            <a:r>
              <a:rPr dirty="0">
                <a:latin typeface="BelleAllureCM" panose="02000803000000000000" pitchFamily="2" charset="0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tortue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FBFFD0"/>
                </a:solidFill>
              </a:rPr>
              <a:t>----</a:t>
            </a: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FBFFD0"/>
                </a:solidFill>
              </a:rPr>
              <a:t>----</a:t>
            </a: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FBFFD0"/>
                </a:solidFill>
              </a:rPr>
              <a:t>----</a:t>
            </a: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FBFFD0"/>
                </a:solidFill>
              </a:rPr>
              <a:t>----</a:t>
            </a: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FBFFD0"/>
                </a:solidFill>
              </a:rPr>
              <a:t>-</a:t>
            </a: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FBFFD0"/>
                </a:solidFill>
              </a:rPr>
              <a:t>-</a:t>
            </a: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FBFFD0"/>
                </a:solidFill>
              </a:rPr>
              <a:t>----</a:t>
            </a: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FBFFD0"/>
                </a:solidFill>
              </a:rPr>
              <a:t>-</a:t>
            </a: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FBFFD0"/>
                </a:solidFill>
              </a:rPr>
              <a:t>-</a:t>
            </a: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FBFFD0"/>
                </a:solidFill>
              </a:rPr>
              <a:t>----</a:t>
            </a: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FBFFD0"/>
                </a:solidFill>
              </a:rPr>
              <a:t>-</a:t>
            </a:r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8A8C72"/>
                </a:solidFill>
              </a:rPr>
              <a:t>t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2880000"/>
            <a:ext cx="246093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u    </a:t>
            </a:r>
            <a:r>
              <a:rPr dirty="0">
                <a:latin typeface="BelleAllureCM" panose="02000803000000000000" pitchFamily="2" charset="0"/>
              </a:rPr>
              <a:t>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usine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8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5198" y="2880000"/>
            <a:ext cx="239360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v    </a:t>
            </a:r>
            <a:r>
              <a:rPr dirty="0">
                <a:latin typeface="BelleAllureCM" panose="02000803000000000000" pitchFamily="2" charset="0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vélo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8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B7E8B8"/>
                </a:solidFill>
              </a:rPr>
              <a:t>----</a:t>
            </a: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B7E8B8"/>
                </a:solidFill>
              </a:rPr>
              <a:t>----</a:t>
            </a: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B7E8B8"/>
                </a:solidFill>
              </a:rPr>
              <a:t>----</a:t>
            </a: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B7E8B8"/>
                </a:solidFill>
              </a:rPr>
              <a:t>----</a:t>
            </a: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B7E8B8"/>
                </a:solidFill>
              </a:rPr>
              <a:t>-</a:t>
            </a: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B7E8B8"/>
                </a:solidFill>
              </a:rPr>
              <a:t>-</a:t>
            </a: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B7E8B8"/>
                </a:solidFill>
              </a:rPr>
              <a:t>----</a:t>
            </a: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B7E8B8"/>
                </a:solidFill>
              </a:rPr>
              <a:t>-</a:t>
            </a: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B7E8B8"/>
                </a:solidFill>
              </a:rPr>
              <a:t>-</a:t>
            </a: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B7E8B8"/>
                </a:solidFill>
              </a:rPr>
              <a:t>----</a:t>
            </a: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B7E8B8"/>
                </a:solidFill>
              </a:rPr>
              <a:t>-</a:t>
            </a:r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647F65"/>
                </a:solidFill>
              </a:rPr>
              <a:t>v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0" y="2880000"/>
            <a:ext cx="2970685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w    </a:t>
            </a:r>
            <a:r>
              <a:rPr dirty="0">
                <a:latin typeface="BelleAllureCM" panose="02000803000000000000" pitchFamily="2" charset="0"/>
              </a:rP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wagon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B7C1BD"/>
                </a:solidFill>
              </a:rPr>
              <a:t>----</a:t>
            </a: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B7C1BD"/>
                </a:solidFill>
              </a:rPr>
              <a:t>----</a:t>
            </a: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B7C1BD"/>
                </a:solidFill>
              </a:rPr>
              <a:t>----</a:t>
            </a: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B7C1BD"/>
                </a:solidFill>
              </a:rPr>
              <a:t>----</a:t>
            </a: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B7C1BD"/>
                </a:solidFill>
              </a:rPr>
              <a:t>-</a:t>
            </a: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B7C1BD"/>
                </a:solidFill>
              </a:rPr>
              <a:t>-</a:t>
            </a: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B7C1BD"/>
                </a:solidFill>
              </a:rPr>
              <a:t>----</a:t>
            </a: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B7C1BD"/>
                </a:solidFill>
              </a:rPr>
              <a:t>-</a:t>
            </a: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B7C1BD"/>
                </a:solidFill>
              </a:rPr>
              <a:t>-</a:t>
            </a: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B7C1BD"/>
                </a:solidFill>
              </a:rPr>
              <a:t>----</a:t>
            </a: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B7C1BD"/>
                </a:solidFill>
              </a:rPr>
              <a:t>-</a:t>
            </a:r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646A67"/>
                </a:solidFill>
              </a:rPr>
              <a:t>w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C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50351" y="2880000"/>
            <a:ext cx="244329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x    </a:t>
            </a:r>
            <a:r>
              <a:rPr dirty="0">
                <a:latin typeface="BelleAllureCM" panose="02000803000000000000" pitchFamily="2" charset="0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6067" y="5029200"/>
            <a:ext cx="18918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rPr sz="3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xylophone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C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CEC0E8"/>
                </a:solidFill>
              </a:rPr>
              <a:t>----</a:t>
            </a: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CEC0E8"/>
                </a:solidFill>
              </a:rPr>
              <a:t>----</a:t>
            </a: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CEC0E8"/>
                </a:solidFill>
              </a:rPr>
              <a:t>----</a:t>
            </a: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CEC0E8"/>
                </a:solidFill>
              </a:rPr>
              <a:t>----</a:t>
            </a: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CEC0E8"/>
                </a:solidFill>
              </a:rPr>
              <a:t>-</a:t>
            </a: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CEC0E8"/>
                </a:solidFill>
              </a:rPr>
              <a:t>-</a:t>
            </a: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CEC0E8"/>
                </a:solidFill>
              </a:rPr>
              <a:t>----</a:t>
            </a: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CEC0E8"/>
                </a:solidFill>
              </a:rPr>
              <a:t>-</a:t>
            </a: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CEC0E8"/>
                </a:solidFill>
              </a:rPr>
              <a:t>-</a:t>
            </a: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CEC0E8"/>
                </a:solidFill>
              </a:rPr>
              <a:t>----</a:t>
            </a: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CEC0E8"/>
                </a:solidFill>
              </a:rPr>
              <a:t>-</a:t>
            </a:r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71697F"/>
                </a:solidFill>
              </a:rPr>
              <a:t>x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65580" y="2880000"/>
            <a:ext cx="241284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y    </a:t>
            </a:r>
            <a:r>
              <a:rPr dirty="0">
                <a:latin typeface="BelleAllureCM" panose="02000803000000000000" pitchFamily="2" charset="0"/>
              </a:rPr>
              <a:t>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yaourt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/>
            </a:pPr>
            <a:r>
              <a:rPr dirty="0"/>
              <a:t>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2180" y="2880000"/>
            <a:ext cx="219964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z    </a:t>
            </a:r>
            <a:r>
              <a:rPr dirty="0">
                <a:latin typeface="BelleAllureCM" panose="02000803000000000000" pitchFamily="2" charset="0"/>
              </a:rPr>
              <a:t>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3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dirty="0"/>
              <a:t>zèbre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17320"/>
            <a:ext cx="841248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/>
            </a:pP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a</a:t>
            </a:r>
            <a:r>
              <a:rPr sz="3600">
                <a:solidFill>
                  <a:srgbClr val="FEB7EF"/>
                </a:solidFill>
              </a:rPr>
              <a:t>----</a:t>
            </a: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e</a:t>
            </a:r>
            <a:r>
              <a:rPr sz="3600">
                <a:solidFill>
                  <a:srgbClr val="FEB7EF"/>
                </a:solidFill>
              </a:rPr>
              <a:t>----</a:t>
            </a: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i</a:t>
            </a:r>
            <a:r>
              <a:rPr sz="3600">
                <a:solidFill>
                  <a:srgbClr val="FEB7EF"/>
                </a:solidFill>
              </a:rPr>
              <a:t>----</a:t>
            </a: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o</a:t>
            </a:r>
            <a:r>
              <a:rPr sz="3600">
                <a:solidFill>
                  <a:srgbClr val="FEB7EF"/>
                </a:solidFill>
              </a:rPr>
              <a:t>----</a:t>
            </a: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u</a:t>
            </a:r>
          </a:p>
          <a:p>
            <a:pPr algn="ctr"/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an</a:t>
            </a:r>
          </a:p>
          <a:p>
            <a:pPr algn="ctr"/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on</a:t>
            </a:r>
          </a:p>
          <a:p>
            <a:pPr algn="ctr"/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in</a:t>
            </a:r>
            <a:r>
              <a:rPr sz="3600">
                <a:solidFill>
                  <a:srgbClr val="FEB7EF"/>
                </a:solidFill>
              </a:rPr>
              <a:t>-</a:t>
            </a: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ein</a:t>
            </a:r>
            <a:r>
              <a:rPr sz="3600">
                <a:solidFill>
                  <a:srgbClr val="FEB7EF"/>
                </a:solidFill>
              </a:rPr>
              <a:t>-</a:t>
            </a: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un</a:t>
            </a:r>
          </a:p>
          <a:p>
            <a:pPr algn="ctr"/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é</a:t>
            </a:r>
            <a:r>
              <a:rPr sz="3600">
                <a:solidFill>
                  <a:srgbClr val="FEB7EF"/>
                </a:solidFill>
              </a:rPr>
              <a:t>----</a:t>
            </a: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è</a:t>
            </a:r>
            <a:r>
              <a:rPr sz="3600">
                <a:solidFill>
                  <a:srgbClr val="FEB7EF"/>
                </a:solidFill>
              </a:rPr>
              <a:t>-</a:t>
            </a: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ê</a:t>
            </a:r>
            <a:r>
              <a:rPr sz="3600">
                <a:solidFill>
                  <a:srgbClr val="FEB7EF"/>
                </a:solidFill>
              </a:rPr>
              <a:t>-</a:t>
            </a: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ai</a:t>
            </a:r>
            <a:r>
              <a:rPr sz="3600">
                <a:solidFill>
                  <a:srgbClr val="FEB7EF"/>
                </a:solidFill>
              </a:rPr>
              <a:t>----</a:t>
            </a: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eu</a:t>
            </a:r>
          </a:p>
          <a:p>
            <a:pPr algn="ctr"/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au</a:t>
            </a:r>
            <a:r>
              <a:rPr sz="3600">
                <a:solidFill>
                  <a:srgbClr val="FEB7EF"/>
                </a:solidFill>
              </a:rPr>
              <a:t>-</a:t>
            </a:r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eau</a:t>
            </a:r>
          </a:p>
          <a:p>
            <a:pPr algn="ctr"/>
            <a:r>
              <a:rPr sz="3600">
                <a:solidFill>
                  <a:srgbClr val="8B6483"/>
                </a:solidFill>
              </a:rPr>
              <a:t>z</a:t>
            </a:r>
            <a:r>
              <a:rPr sz="3600">
                <a:solidFill>
                  <a:srgbClr val="000000"/>
                </a:solidFill>
              </a:rPr>
              <a:t>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4426</TotalTime>
  <Words>718</Words>
  <Application>Microsoft Macintosh PowerPoint</Application>
  <PresentationFormat>Affichage à l'écran (4:3)</PresentationFormat>
  <Paragraphs>275</Paragraphs>
  <Slides>60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60</vt:i4>
      </vt:variant>
    </vt:vector>
  </HeadingPairs>
  <TitlesOfParts>
    <vt:vector size="64" baseType="lpstr">
      <vt:lpstr>Arial</vt:lpstr>
      <vt:lpstr>BelleAllureCM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ELENA HAGEGE HERCOT</cp:lastModifiedBy>
  <cp:revision>46</cp:revision>
  <dcterms:created xsi:type="dcterms:W3CDTF">2013-01-27T09:14:16Z</dcterms:created>
  <dcterms:modified xsi:type="dcterms:W3CDTF">2026-07-07T13:13:48Z</dcterms:modified>
  <cp:category/>
</cp:coreProperties>
</file>