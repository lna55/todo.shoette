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68" r:id="rId16"/>
    <p:sldId id="281" r:id="rId17"/>
    <p:sldId id="271" r:id="rId18"/>
    <p:sldId id="272" r:id="rId19"/>
    <p:sldId id="273" r:id="rId20"/>
    <p:sldId id="274" r:id="rId21"/>
    <p:sldId id="277" r:id="rId22"/>
    <p:sldId id="282" r:id="rId23"/>
    <p:sldId id="276" r:id="rId24"/>
    <p:sldId id="275" r:id="rId25"/>
    <p:sldId id="270" r:id="rId26"/>
    <p:sldId id="278" r:id="rId27"/>
    <p:sldId id="279" r:id="rId28"/>
    <p:sldId id="280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BE72"/>
    <a:srgbClr val="42A764"/>
    <a:srgbClr val="0A0C3A"/>
    <a:srgbClr val="0A0B35"/>
    <a:srgbClr val="14155E"/>
    <a:srgbClr val="BD9D34"/>
    <a:srgbClr val="949B82"/>
    <a:srgbClr val="979B74"/>
    <a:srgbClr val="9D8F76"/>
    <a:srgbClr val="F896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22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12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A1E23-E3D2-0858-5FFB-DB6E5B8BD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699022"/>
            <a:ext cx="6858000" cy="2587228"/>
          </a:xfrm>
        </p:spPr>
        <p:txBody>
          <a:bodyPr>
            <a:normAutofit/>
          </a:bodyPr>
          <a:lstStyle/>
          <a:p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C</a:t>
            </a: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o</a:t>
            </a: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u</a:t>
            </a: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75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</a:t>
            </a: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</a:t>
            </a: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u</a:t>
            </a: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r</a:t>
            </a:r>
            <a:r>
              <a:rPr kumimoji="0" lang="en-US" sz="12000" b="1" i="0" u="none" strike="noStrike" kern="1200" cap="none" spc="0" normalizeH="0" baseline="0" noProof="0" dirty="0">
                <a:ln>
                  <a:noFill/>
                </a:ln>
                <a:solidFill>
                  <a:srgbClr val="F3F211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s</a:t>
            </a:r>
            <a:endParaRPr lang="en-US" sz="12000" b="1" dirty="0">
              <a:solidFill>
                <a:srgbClr val="F3F2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943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Blanc
White
לָבָן </a:t>
            </a:r>
            <a:r>
              <a:rPr sz="2400" i="1">
                <a:solidFill>
                  <a:srgbClr val="000000"/>
                </a:solidFill>
              </a:rPr>
              <a:t>(lavan)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Noir
Black
שָׁחוֹר </a:t>
            </a:r>
            <a:r>
              <a:rPr sz="2400" i="1">
                <a:solidFill>
                  <a:srgbClr val="FFFFFF"/>
                </a:solidFill>
              </a:rPr>
              <a:t>(shachor)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Gris
Gray
אָפוֹר </a:t>
            </a:r>
            <a:r>
              <a:rPr sz="2400" i="1">
                <a:solidFill>
                  <a:srgbClr val="FFFFFF"/>
                </a:solidFill>
              </a:rPr>
              <a:t>(afor)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1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Rouge
Red
אָדוֹם </a:t>
            </a:r>
            <a:r>
              <a:rPr sz="2400" i="1">
                <a:solidFill>
                  <a:srgbClr val="FFFFFF"/>
                </a:solidFill>
              </a:rPr>
              <a:t>(adom)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8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Orange
Orange
כָּתוֹם </a:t>
            </a:r>
            <a:r>
              <a:rPr sz="2400" i="1">
                <a:solidFill>
                  <a:srgbClr val="FFFFFF"/>
                </a:solidFill>
              </a:rPr>
              <a:t>(katom)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Jaune
Yellow
צָהוֹב </a:t>
            </a:r>
            <a:r>
              <a:rPr sz="2400" i="1">
                <a:solidFill>
                  <a:srgbClr val="000000"/>
                </a:solidFill>
              </a:rPr>
              <a:t>(tsahov)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Vert
Green
יָרוֹק </a:t>
            </a:r>
            <a:r>
              <a:rPr sz="2400" i="1">
                <a:solidFill>
                  <a:srgbClr val="FFFFFF"/>
                </a:solidFill>
              </a:rPr>
              <a:t>(yarok)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Bleu
Blue
כָּחוֹל </a:t>
            </a:r>
            <a:r>
              <a:rPr sz="2400" i="1">
                <a:solidFill>
                  <a:srgbClr val="000000"/>
                </a:solidFill>
              </a:rPr>
              <a:t>(kachol)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2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Violet
Purple
סָגוֹל </a:t>
            </a:r>
            <a:r>
              <a:rPr sz="2400" i="1">
                <a:solidFill>
                  <a:srgbClr val="FFFFFF"/>
                </a:solidFill>
              </a:rPr>
              <a:t>(sagol)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9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Rose
Pink
וָרוֹד </a:t>
            </a:r>
            <a:r>
              <a:rPr sz="2400" i="1">
                <a:solidFill>
                  <a:srgbClr val="000000"/>
                </a:solidFill>
              </a:rPr>
              <a:t>(varod)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B45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Marron
Brown
חוּם </a:t>
            </a:r>
            <a:r>
              <a:rPr sz="2400" i="1">
                <a:solidFill>
                  <a:srgbClr val="FFFFFF"/>
                </a:solidFill>
              </a:rPr>
              <a:t>(chum)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E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Turquoise
Turquoise
טוּרְקִיז </a:t>
            </a:r>
            <a:r>
              <a:rPr sz="2400" i="1">
                <a:solidFill>
                  <a:srgbClr val="000000"/>
                </a:solidFill>
              </a:rPr>
              <a:t>(turkiz)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Bleu ciel
Light blue
תְּכֵלֶת </a:t>
            </a:r>
            <a:r>
              <a:rPr sz="2400" i="1">
                <a:solidFill>
                  <a:srgbClr val="000000"/>
                </a:solidFill>
              </a:rPr>
              <a:t>(tchelet)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Bleu marine
Navy blue
כָּחוֹל כֵּהֶה </a:t>
            </a:r>
            <a:r>
              <a:rPr sz="2400" i="1">
                <a:solidFill>
                  <a:srgbClr val="FFFFFF"/>
                </a:solidFill>
              </a:rPr>
              <a:t>(kachol kehe)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 dirty="0">
                <a:solidFill>
                  <a:srgbClr val="FFFFFF"/>
                </a:solidFill>
              </a:rPr>
              <a:t>Bleu nuit
Midnight blue
</a:t>
            </a:r>
            <a:r>
              <a:rPr sz="4800" dirty="0" err="1">
                <a:solidFill>
                  <a:srgbClr val="FFFFFF"/>
                </a:solidFill>
              </a:rPr>
              <a:t>כ</a:t>
            </a:r>
            <a:r>
              <a:rPr sz="4800" dirty="0">
                <a:solidFill>
                  <a:srgbClr val="FFFFFF"/>
                </a:solidFill>
              </a:rPr>
              <a:t>ָּ</a:t>
            </a:r>
            <a:r>
              <a:rPr sz="4800" dirty="0" err="1">
                <a:solidFill>
                  <a:srgbClr val="FFFFFF"/>
                </a:solidFill>
              </a:rPr>
              <a:t>חוֹל</a:t>
            </a:r>
            <a:r>
              <a:rPr sz="4800" dirty="0">
                <a:solidFill>
                  <a:srgbClr val="FFFFFF"/>
                </a:solidFill>
              </a:rPr>
              <a:t> </a:t>
            </a:r>
            <a:r>
              <a:rPr sz="4800" dirty="0" err="1">
                <a:solidFill>
                  <a:srgbClr val="FFFFFF"/>
                </a:solidFill>
              </a:rPr>
              <a:t>לַיְלָה</a:t>
            </a:r>
            <a:r>
              <a:rPr sz="4800" dirty="0">
                <a:solidFill>
                  <a:srgbClr val="FFFFFF"/>
                </a:solidFill>
              </a:rPr>
              <a:t> </a:t>
            </a:r>
            <a:r>
              <a:rPr sz="2400" i="1" dirty="0">
                <a:solidFill>
                  <a:srgbClr val="FFFFFF"/>
                </a:solidFill>
              </a:rPr>
              <a:t>(</a:t>
            </a:r>
            <a:r>
              <a:rPr sz="2400" i="1" dirty="0" err="1">
                <a:solidFill>
                  <a:srgbClr val="FFFFFF"/>
                </a:solidFill>
              </a:rPr>
              <a:t>kachol</a:t>
            </a:r>
            <a:r>
              <a:rPr sz="2400" i="1" dirty="0">
                <a:solidFill>
                  <a:srgbClr val="FFFFFF"/>
                </a:solidFill>
              </a:rPr>
              <a:t> </a:t>
            </a:r>
            <a:r>
              <a:rPr sz="2400" i="1" dirty="0" err="1">
                <a:solidFill>
                  <a:srgbClr val="FFFFFF"/>
                </a:solidFill>
              </a:rPr>
              <a:t>layla</a:t>
            </a:r>
            <a:r>
              <a:rPr sz="2400" i="1" dirty="0">
                <a:solidFill>
                  <a:srgbClr val="FFFFFF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D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Beige
Beige
בֵּז' </a:t>
            </a:r>
            <a:r>
              <a:rPr sz="2400" i="1">
                <a:solidFill>
                  <a:srgbClr val="000000"/>
                </a:solidFill>
              </a:rPr>
              <a:t>(bez)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51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Taupe
Taupe
טוֹפּ </a:t>
            </a:r>
            <a:r>
              <a:rPr sz="2400" i="1">
                <a:solidFill>
                  <a:srgbClr val="FFFFFF"/>
                </a:solidFill>
              </a:rPr>
              <a:t>(top)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Ivoire
Ivory
שֵׁנָן </a:t>
            </a:r>
            <a:r>
              <a:rPr sz="2400" i="1">
                <a:solidFill>
                  <a:srgbClr val="000000"/>
                </a:solidFill>
              </a:rPr>
              <a:t>(shenan)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7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Vert olive
Olive green
זַיִת </a:t>
            </a:r>
            <a:r>
              <a:rPr sz="2400" i="1">
                <a:solidFill>
                  <a:srgbClr val="FFFFFF"/>
                </a:solidFill>
              </a:rPr>
              <a:t>(zayit)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9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Kaki
Khaki
חָקִי </a:t>
            </a:r>
            <a:r>
              <a:rPr sz="2400" i="1">
                <a:solidFill>
                  <a:srgbClr val="000000"/>
                </a:solidFill>
              </a:rPr>
              <a:t>(khaki)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C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Emeraude
Emerald
אֶמֶרַלְד </a:t>
            </a:r>
            <a:r>
              <a:rPr sz="2400" i="1">
                <a:solidFill>
                  <a:srgbClr val="FFFFFF"/>
                </a:solidFill>
              </a:rPr>
              <a:t>(emerald)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Fuchsia
Fuchsia
פוּשְׁיָה </a:t>
            </a:r>
            <a:r>
              <a:rPr sz="2400" i="1">
                <a:solidFill>
                  <a:srgbClr val="000000"/>
                </a:solidFill>
              </a:rPr>
              <a:t>(fushya)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80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Saumon
Salmon
סָלְמוֹן </a:t>
            </a:r>
            <a:r>
              <a:rPr sz="2400" i="1">
                <a:solidFill>
                  <a:srgbClr val="000000"/>
                </a:solidFill>
              </a:rPr>
              <a:t>(salmon)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Bordeaux
Burgundy
בּוֹרְדוֹ </a:t>
            </a:r>
            <a:r>
              <a:rPr sz="2400" i="1">
                <a:solidFill>
                  <a:srgbClr val="FFFFFF"/>
                </a:solidFill>
              </a:rPr>
              <a:t>(bordo)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77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FFFFFF"/>
                </a:solidFill>
              </a:rPr>
              <a:t>Ocre
Ochre
אוֹכְרָה </a:t>
            </a:r>
            <a:r>
              <a:rPr sz="2400" i="1">
                <a:solidFill>
                  <a:srgbClr val="FFFFFF"/>
                </a:solidFill>
              </a:rPr>
              <a:t>(ochra)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9D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Doré
Golden
זָהָב </a:t>
            </a:r>
            <a:r>
              <a:rPr sz="2400" i="1">
                <a:solidFill>
                  <a:srgbClr val="000000"/>
                </a:solidFill>
              </a:rPr>
              <a:t>(zahav)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C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57400"/>
            <a:ext cx="731520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800">
                <a:solidFill>
                  <a:srgbClr val="000000"/>
                </a:solidFill>
              </a:rPr>
              <a:t>Argenté
Silver
כֶּסֶף </a:t>
            </a:r>
            <a:r>
              <a:rPr sz="2400" i="1">
                <a:solidFill>
                  <a:srgbClr val="000000"/>
                </a:solidFill>
              </a:rPr>
              <a:t>(kesef)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230</Words>
  <Application>Microsoft Macintosh PowerPoint</Application>
  <PresentationFormat>Affichage à l'écran (4:3)</PresentationFormat>
  <Paragraphs>28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Aptos Display</vt:lpstr>
      <vt:lpstr>Arial</vt:lpstr>
      <vt:lpstr>Calibri</vt:lpstr>
      <vt:lpstr>Office Theme</vt:lpstr>
      <vt:lpstr>Couleurs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ELENA HAGEGE HERCOT</cp:lastModifiedBy>
  <cp:revision>4</cp:revision>
  <dcterms:created xsi:type="dcterms:W3CDTF">2013-01-27T09:14:16Z</dcterms:created>
  <dcterms:modified xsi:type="dcterms:W3CDTF">2026-02-14T13:29:53Z</dcterms:modified>
  <cp:category/>
</cp:coreProperties>
</file>